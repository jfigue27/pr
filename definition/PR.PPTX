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84" r:id="rId1"/>
  </p:sldMasterIdLst>
  <p:sldIdLst>
    <p:sldId id="256" r:id="rId2"/>
    <p:sldId id="257" r:id="rId3"/>
    <p:sldId id="263" r:id="rId4"/>
    <p:sldId id="262" r:id="rId5"/>
    <p:sldId id="259" r:id="rId6"/>
    <p:sldId id="258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92"/>
    <p:restoredTop sz="94645" autoAdjust="0"/>
  </p:normalViewPr>
  <p:slideViewPr>
    <p:cSldViewPr snapToGrid="0" snapToObjects="1">
      <p:cViewPr varScale="1">
        <p:scale>
          <a:sx n="86" d="100"/>
          <a:sy n="86" d="100"/>
        </p:scale>
        <p:origin x="773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515151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02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531626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557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847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35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851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6383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blipFill>
            <a:blip r:embed="rId2"/>
            <a:stretch>
              <a:fillRect/>
            </a:stretch>
          </a:blip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49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0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545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4/17/2018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72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  <p:sldLayoutId id="2147483994" r:id="rId10"/>
    <p:sldLayoutId id="21474839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73014" y="3350134"/>
            <a:ext cx="4753088" cy="977607"/>
          </a:xfrm>
        </p:spPr>
        <p:txBody>
          <a:bodyPr>
            <a:normAutofit fontScale="90000"/>
          </a:bodyPr>
          <a:lstStyle/>
          <a:p>
            <a:b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b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i="0" dirty="0">
                <a:latin typeface="Bangla Sangam MN" charset="0"/>
                <a:ea typeface="Bangla Sangam MN" charset="0"/>
                <a:cs typeface="Bangla Sangam MN" charset="0"/>
              </a:rPr>
              <a:t>SYSTEM</a:t>
            </a:r>
            <a:br>
              <a:rPr lang="es-ES_tradnl" i="0" dirty="0">
                <a:latin typeface="+mn-lt"/>
                <a:ea typeface="Abadi MT Condensed Light" charset="0"/>
                <a:cs typeface="Abadi MT Condensed Light" charset="0"/>
              </a:rPr>
            </a:br>
            <a:br>
              <a:rPr lang="es-ES_tradnl" i="0" dirty="0">
                <a:latin typeface="+mn-lt"/>
                <a:ea typeface="Abadi MT Condensed Light" charset="0"/>
                <a:cs typeface="Abadi MT Condensed Light" charset="0"/>
              </a:rPr>
            </a:br>
            <a:endParaRPr lang="es-ES_tradnl" i="0" dirty="0">
              <a:latin typeface="+mn-lt"/>
              <a:ea typeface="Abadi MT Condensed Light" charset="0"/>
              <a:cs typeface="Abadi MT Condensed Light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4614" y="4445725"/>
            <a:ext cx="2568686" cy="706355"/>
          </a:xfrm>
        </p:spPr>
        <p:txBody>
          <a:bodyPr>
            <a:noAutofit/>
          </a:bodyPr>
          <a:lstStyle/>
          <a:p>
            <a:r>
              <a:rPr lang="es-ES_tradnl" sz="2800" dirty="0" err="1">
                <a:solidFill>
                  <a:schemeClr val="tx1"/>
                </a:solidFill>
                <a:latin typeface="Bangla Sangam MN" charset="0"/>
                <a:ea typeface="Bangla Sangam MN" charset="0"/>
                <a:cs typeface="Bangla Sangam MN" charset="0"/>
              </a:rPr>
              <a:t>April</a:t>
            </a:r>
            <a:r>
              <a:rPr lang="es-ES_tradnl" sz="2800">
                <a:solidFill>
                  <a:schemeClr val="tx1"/>
                </a:solidFill>
                <a:latin typeface="Bangla Sangam MN" charset="0"/>
                <a:ea typeface="Bangla Sangam MN" charset="0"/>
                <a:cs typeface="Bangla Sangam MN" charset="0"/>
              </a:rPr>
              <a:t> 10th 2018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11900" y="704850"/>
            <a:ext cx="5880100" cy="138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040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700" y="365760"/>
            <a:ext cx="2921000" cy="789940"/>
          </a:xfrm>
        </p:spPr>
        <p:txBody>
          <a:bodyPr>
            <a:normAutofit/>
          </a:bodyPr>
          <a:lstStyle/>
          <a:p>
            <a:r>
              <a:rPr lang="es-ES_tradnl" sz="4000">
                <a:latin typeface="Bangla Sangam MN" charset="0"/>
                <a:ea typeface="Bangla Sangam MN" charset="0"/>
                <a:cs typeface="Bangla Sangam MN" charset="0"/>
              </a:rPr>
              <a:t>Introduction</a:t>
            </a:r>
            <a:endParaRPr lang="es-ES_tradnl" sz="4000" dirty="0">
              <a:latin typeface="Bangla Sangam MN" charset="0"/>
              <a:ea typeface="Bangla Sangam MN" charset="0"/>
              <a:cs typeface="Bangla Sangam MN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1320" y="3060701"/>
            <a:ext cx="8595360" cy="1003300"/>
          </a:xfrm>
        </p:spPr>
        <p:txBody>
          <a:bodyPr>
            <a:normAutofit/>
          </a:bodyPr>
          <a:lstStyle/>
          <a:p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System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an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administrative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tool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which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will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replace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currents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sheets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used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to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make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a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purchase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request</a:t>
            </a:r>
            <a:endParaRPr lang="es-ES_tradnl" sz="2400" dirty="0">
              <a:latin typeface="Bangla Sangam MN" charset="0"/>
              <a:ea typeface="Bangla Sangam MN" charset="0"/>
              <a:cs typeface="Bangla Sangam MN" charset="0"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409700" y="1155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88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7" t="2037" r="1727" b="1221"/>
          <a:stretch/>
        </p:blipFill>
        <p:spPr>
          <a:xfrm>
            <a:off x="1625600" y="190500"/>
            <a:ext cx="8318500" cy="6424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93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700" y="365760"/>
            <a:ext cx="2040128" cy="789940"/>
          </a:xfrm>
        </p:spPr>
        <p:txBody>
          <a:bodyPr>
            <a:normAutofit/>
          </a:bodyPr>
          <a:lstStyle/>
          <a:p>
            <a:r>
              <a:rPr lang="es-ES_tradnl" sz="4000" dirty="0">
                <a:latin typeface="Bangla Sangam MN" charset="0"/>
                <a:ea typeface="Bangla Sangam MN" charset="0"/>
                <a:cs typeface="Bangla Sangam MN" charset="0"/>
              </a:rPr>
              <a:t>Roles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User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MRO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Buyer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sz="2400" dirty="0" err="1">
                <a:latin typeface="Bangla Sangam MN" charset="0"/>
                <a:ea typeface="Bangla Sangam MN" charset="0"/>
                <a:cs typeface="Bangla Sangam MN" charset="0"/>
              </a:rPr>
              <a:t>Department</a:t>
            </a: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 Manager</a:t>
            </a: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b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sz="2400" dirty="0">
                <a:latin typeface="Bangla Sangam MN" charset="0"/>
                <a:ea typeface="Bangla Sangam MN" charset="0"/>
                <a:cs typeface="Bangla Sangam MN" charset="0"/>
              </a:rPr>
              <a:t>- General Manager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409700" y="1155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2418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342900"/>
            <a:ext cx="9692640" cy="902970"/>
          </a:xfrm>
        </p:spPr>
        <p:txBody>
          <a:bodyPr>
            <a:normAutofit/>
          </a:bodyPr>
          <a:lstStyle/>
          <a:p>
            <a:r>
              <a:rPr lang="es-ES_tradnl" sz="4000" dirty="0">
                <a:latin typeface="Bangla Sangam MN" charset="0"/>
                <a:ea typeface="Bangla Sangam MN" charset="0"/>
                <a:cs typeface="Bangla Sangam MN" charset="0"/>
              </a:rPr>
              <a:t>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1872" y="1816100"/>
            <a:ext cx="8595360" cy="4279900"/>
          </a:xfrm>
        </p:spPr>
        <p:txBody>
          <a:bodyPr/>
          <a:lstStyle/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Pending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Initial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status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when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PR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created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Rejected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does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not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proceed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beyond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point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Once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approver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accepts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it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to be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quoted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Quoted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MRO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submits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quotation</a:t>
            </a:r>
            <a:br>
              <a:rPr lang="es-ES_tradnl" dirty="0"/>
            </a:br>
            <a:endParaRPr lang="es-ES_tradnl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1409700" y="12446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6626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657860"/>
            <a:ext cx="9692640" cy="485140"/>
          </a:xfrm>
        </p:spPr>
        <p:txBody>
          <a:bodyPr>
            <a:normAutofit fontScale="90000"/>
          </a:bodyPr>
          <a:lstStyle/>
          <a:p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1872" y="1790700"/>
            <a:ext cx="8595360" cy="4330700"/>
          </a:xfrm>
        </p:spPr>
        <p:txBody>
          <a:bodyPr>
            <a:normAutofit/>
          </a:bodyPr>
          <a:lstStyle/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</a:t>
            </a: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b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Quotation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by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manager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Quote</a:t>
            </a: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rejected</a:t>
            </a:r>
            <a:b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Quotation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rejected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by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manager,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must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be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revised</a:t>
            </a:r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  <a:p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b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PR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approved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and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ready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to be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purchased</a:t>
            </a:r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  <a:p>
            <a:endParaRPr lang="es-ES_tradnl" dirty="0">
              <a:latin typeface="Bangla Sangam MN" charset="0"/>
              <a:ea typeface="Bangla Sangam MN" charset="0"/>
              <a:cs typeface="Bangla Sangam MN" charset="0"/>
            </a:endParaRPr>
          </a:p>
          <a:p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- </a:t>
            </a:r>
            <a:r>
              <a:rPr lang="es-ES_tradnl" b="1" dirty="0" err="1">
                <a:latin typeface="Bangla Sangam MN" charset="0"/>
                <a:ea typeface="Bangla Sangam MN" charset="0"/>
                <a:cs typeface="Bangla Sangam MN" charset="0"/>
              </a:rPr>
              <a:t>Finalized</a:t>
            </a:r>
            <a:b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</a:br>
            <a:r>
              <a:rPr lang="es-ES_tradnl" b="1" dirty="0">
                <a:latin typeface="Bangla Sangam MN" charset="0"/>
                <a:ea typeface="Bangla Sangam MN" charset="0"/>
                <a:cs typeface="Bangla Sangam MN" charset="0"/>
              </a:rPr>
              <a:t>	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Buyer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adds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a PO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identification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number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and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closes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the</a:t>
            </a:r>
            <a: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  <a:t> </a:t>
            </a:r>
            <a:r>
              <a:rPr lang="es-ES_tradnl" sz="1600" dirty="0" err="1">
                <a:latin typeface="Bangla Sangam MN" charset="0"/>
                <a:ea typeface="Bangla Sangam MN" charset="0"/>
                <a:cs typeface="Bangla Sangam MN" charset="0"/>
              </a:rPr>
              <a:t>request</a:t>
            </a:r>
            <a:br>
              <a:rPr lang="es-ES_tradnl" sz="1600" dirty="0">
                <a:latin typeface="Bangla Sangam MN" charset="0"/>
                <a:ea typeface="Bangla Sangam MN" charset="0"/>
                <a:cs typeface="Bangla Sangam MN" charset="0"/>
              </a:rPr>
            </a:br>
            <a:endParaRPr lang="es-ES_tradnl" sz="1600" dirty="0">
              <a:latin typeface="Bangla Sangam MN" charset="0"/>
              <a:ea typeface="Bangla Sangam MN" charset="0"/>
              <a:cs typeface="Bangla Sangam MN" charset="0"/>
            </a:endParaRPr>
          </a:p>
        </p:txBody>
      </p:sp>
      <p:cxnSp>
        <p:nvCxnSpPr>
          <p:cNvPr id="4" name="Straight Connector 3"/>
          <p:cNvCxnSpPr/>
          <p:nvPr/>
        </p:nvCxnSpPr>
        <p:spPr>
          <a:xfrm>
            <a:off x="1409700" y="1155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228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1472" y="2131060"/>
            <a:ext cx="5164328" cy="1325562"/>
          </a:xfrm>
        </p:spPr>
        <p:txBody>
          <a:bodyPr>
            <a:normAutofit/>
          </a:bodyPr>
          <a:lstStyle/>
          <a:p>
            <a:r>
              <a:rPr lang="es-ES_tradnl" sz="6000" dirty="0">
                <a:latin typeface="Bangla Sangam MN" charset="0"/>
                <a:ea typeface="Bangla Sangam MN" charset="0"/>
                <a:cs typeface="Bangla Sangam MN" charset="0"/>
              </a:rPr>
              <a:t>WORKFLOW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1308100" y="3568700"/>
            <a:ext cx="91186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786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9442" y="-80363"/>
            <a:ext cx="1969493" cy="493596"/>
          </a:xfrm>
        </p:spPr>
        <p:txBody>
          <a:bodyPr>
            <a:normAutofit/>
          </a:bodyPr>
          <a:lstStyle/>
          <a:p>
            <a:r>
              <a:rPr lang="es-ES_tradnl" sz="2400" dirty="0">
                <a:latin typeface="Arial" panose="020B0604020202020204" pitchFamily="34" charset="0"/>
                <a:cs typeface="Arial" panose="020B0604020202020204" pitchFamily="34" charset="0"/>
              </a:rPr>
              <a:t>Flow </a:t>
            </a:r>
            <a:r>
              <a:rPr lang="es-ES_tradnl" sz="2400" dirty="0" err="1">
                <a:latin typeface="Arial" panose="020B0604020202020204" pitchFamily="34" charset="0"/>
                <a:cs typeface="Arial" panose="020B0604020202020204" pitchFamily="34" charset="0"/>
              </a:rPr>
              <a:t>Process</a:t>
            </a:r>
            <a:endParaRPr lang="es-ES_tradnl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6C2490-B1D8-4E4E-85C6-538AB2CD14FB}"/>
              </a:ext>
            </a:extLst>
          </p:cNvPr>
          <p:cNvSpPr/>
          <p:nvPr/>
        </p:nvSpPr>
        <p:spPr>
          <a:xfrm>
            <a:off x="255533" y="428158"/>
            <a:ext cx="1100831" cy="365881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7DF2-AB27-473A-B4D2-C20D4EDAAEEC}"/>
              </a:ext>
            </a:extLst>
          </p:cNvPr>
          <p:cNvSpPr/>
          <p:nvPr/>
        </p:nvSpPr>
        <p:spPr>
          <a:xfrm>
            <a:off x="1889834" y="426674"/>
            <a:ext cx="1857208" cy="367366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Department Manager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48A6D2-0E1A-4411-B668-D9E81B2E0942}"/>
              </a:ext>
            </a:extLst>
          </p:cNvPr>
          <p:cNvSpPr/>
          <p:nvPr/>
        </p:nvSpPr>
        <p:spPr>
          <a:xfrm>
            <a:off x="8044064" y="426674"/>
            <a:ext cx="1100831" cy="367368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MRO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742441-C1F3-4408-9FD3-0DB007EF9E9B}"/>
              </a:ext>
            </a:extLst>
          </p:cNvPr>
          <p:cNvSpPr/>
          <p:nvPr/>
        </p:nvSpPr>
        <p:spPr>
          <a:xfrm>
            <a:off x="9369283" y="426674"/>
            <a:ext cx="1764517" cy="367368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Purchasing Manager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A5E3E8-1D69-4F6E-8882-316BA1DB328F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805949" y="794039"/>
            <a:ext cx="0" cy="594360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276DB-1A3E-4B8D-B186-471C5F3C21C5}"/>
              </a:ext>
            </a:extLst>
          </p:cNvPr>
          <p:cNvCxnSpPr>
            <a:cxnSpLocks/>
          </p:cNvCxnSpPr>
          <p:nvPr/>
        </p:nvCxnSpPr>
        <p:spPr>
          <a:xfrm>
            <a:off x="2645967" y="794886"/>
            <a:ext cx="18597" cy="585216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39C2CCA-6F3F-4D5B-B4B1-2A17D3E698E3}"/>
              </a:ext>
            </a:extLst>
          </p:cNvPr>
          <p:cNvCxnSpPr>
            <a:cxnSpLocks/>
          </p:cNvCxnSpPr>
          <p:nvPr/>
        </p:nvCxnSpPr>
        <p:spPr>
          <a:xfrm>
            <a:off x="8525022" y="837027"/>
            <a:ext cx="67585" cy="578282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565B307-E77D-4453-968C-0C6ED1F4090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251542" y="794042"/>
            <a:ext cx="33420" cy="5868015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1BDF18-D46E-426A-A362-F69721AD6E8D}"/>
              </a:ext>
            </a:extLst>
          </p:cNvPr>
          <p:cNvCxnSpPr>
            <a:cxnSpLocks/>
          </p:cNvCxnSpPr>
          <p:nvPr/>
        </p:nvCxnSpPr>
        <p:spPr>
          <a:xfrm>
            <a:off x="935502" y="1480401"/>
            <a:ext cx="1638406" cy="0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7A15ECF-3307-4FB4-B829-662FD5D66FB9}"/>
              </a:ext>
            </a:extLst>
          </p:cNvPr>
          <p:cNvCxnSpPr>
            <a:cxnSpLocks/>
          </p:cNvCxnSpPr>
          <p:nvPr/>
        </p:nvCxnSpPr>
        <p:spPr>
          <a:xfrm flipH="1">
            <a:off x="2682811" y="2557708"/>
            <a:ext cx="7501569" cy="1669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302FCE-179A-43C6-8138-AE43291770AD}"/>
              </a:ext>
            </a:extLst>
          </p:cNvPr>
          <p:cNvCxnSpPr>
            <a:cxnSpLocks/>
          </p:cNvCxnSpPr>
          <p:nvPr/>
        </p:nvCxnSpPr>
        <p:spPr>
          <a:xfrm>
            <a:off x="2740445" y="2923242"/>
            <a:ext cx="7511096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DFF54-8393-49B9-A17B-70C5AE7BF043}"/>
              </a:ext>
            </a:extLst>
          </p:cNvPr>
          <p:cNvSpPr txBox="1"/>
          <p:nvPr/>
        </p:nvSpPr>
        <p:spPr>
          <a:xfrm>
            <a:off x="885527" y="1246297"/>
            <a:ext cx="6735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Pending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58895F-E0BE-49D4-AB28-20B12AA106D6}"/>
              </a:ext>
            </a:extLst>
          </p:cNvPr>
          <p:cNvSpPr txBox="1"/>
          <p:nvPr/>
        </p:nvSpPr>
        <p:spPr>
          <a:xfrm>
            <a:off x="1749636" y="5195141"/>
            <a:ext cx="9460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Rejected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53C271F-E55C-432F-AD05-514A9F240918}"/>
              </a:ext>
            </a:extLst>
          </p:cNvPr>
          <p:cNvCxnSpPr>
            <a:cxnSpLocks/>
          </p:cNvCxnSpPr>
          <p:nvPr/>
        </p:nvCxnSpPr>
        <p:spPr>
          <a:xfrm flipH="1">
            <a:off x="815608" y="5436061"/>
            <a:ext cx="1847196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03CBF581-4A60-426D-B363-7CA44C5CA28C}"/>
              </a:ext>
            </a:extLst>
          </p:cNvPr>
          <p:cNvSpPr/>
          <p:nvPr/>
        </p:nvSpPr>
        <p:spPr>
          <a:xfrm>
            <a:off x="613848" y="1201939"/>
            <a:ext cx="2167017" cy="777551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4720E6-11D6-4272-9EE6-F8433A918068}"/>
              </a:ext>
            </a:extLst>
          </p:cNvPr>
          <p:cNvSpPr txBox="1"/>
          <p:nvPr/>
        </p:nvSpPr>
        <p:spPr>
          <a:xfrm>
            <a:off x="9188595" y="2313113"/>
            <a:ext cx="9573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PM Approved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47FCF7-CC67-4A99-AA0C-D8D294AE42BF}"/>
              </a:ext>
            </a:extLst>
          </p:cNvPr>
          <p:cNvSpPr txBox="1"/>
          <p:nvPr/>
        </p:nvSpPr>
        <p:spPr>
          <a:xfrm>
            <a:off x="8550232" y="1342619"/>
            <a:ext cx="9637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MRO Quoted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375A9DA-D6CD-4FBD-A253-187F2BDE997B}"/>
              </a:ext>
            </a:extLst>
          </p:cNvPr>
          <p:cNvCxnSpPr>
            <a:cxnSpLocks/>
          </p:cNvCxnSpPr>
          <p:nvPr/>
        </p:nvCxnSpPr>
        <p:spPr>
          <a:xfrm>
            <a:off x="8648700" y="1569134"/>
            <a:ext cx="1535680" cy="2886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CA844EED-95DA-4C66-BA4B-425AD31FE6C4}"/>
              </a:ext>
            </a:extLst>
          </p:cNvPr>
          <p:cNvSpPr/>
          <p:nvPr/>
        </p:nvSpPr>
        <p:spPr>
          <a:xfrm>
            <a:off x="8434873" y="1265013"/>
            <a:ext cx="1989287" cy="793025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8636FC0-6A08-4834-B5C8-57C9C5F36093}"/>
              </a:ext>
            </a:extLst>
          </p:cNvPr>
          <p:cNvCxnSpPr>
            <a:cxnSpLocks/>
          </p:cNvCxnSpPr>
          <p:nvPr/>
        </p:nvCxnSpPr>
        <p:spPr>
          <a:xfrm flipH="1">
            <a:off x="8594480" y="1897404"/>
            <a:ext cx="1551428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E6C93A-6D83-4222-8E8A-7764EDE07C6C}"/>
              </a:ext>
            </a:extLst>
          </p:cNvPr>
          <p:cNvSpPr txBox="1"/>
          <p:nvPr/>
        </p:nvSpPr>
        <p:spPr>
          <a:xfrm>
            <a:off x="2676759" y="2669693"/>
            <a:ext cx="1337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Rejected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041232-C43F-4A67-BC4B-C80951E997EA}"/>
              </a:ext>
            </a:extLst>
          </p:cNvPr>
          <p:cNvSpPr txBox="1"/>
          <p:nvPr/>
        </p:nvSpPr>
        <p:spPr>
          <a:xfrm>
            <a:off x="2676759" y="3103603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8710914-9F26-453A-8E8A-12C415A4857A}"/>
              </a:ext>
            </a:extLst>
          </p:cNvPr>
          <p:cNvCxnSpPr>
            <a:cxnSpLocks/>
          </p:cNvCxnSpPr>
          <p:nvPr/>
        </p:nvCxnSpPr>
        <p:spPr>
          <a:xfrm>
            <a:off x="2646769" y="3377676"/>
            <a:ext cx="5938833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C48B753-4F31-4DF5-92AA-CEF224049435}"/>
              </a:ext>
            </a:extLst>
          </p:cNvPr>
          <p:cNvSpPr txBox="1"/>
          <p:nvPr/>
        </p:nvSpPr>
        <p:spPr>
          <a:xfrm>
            <a:off x="4900186" y="3813920"/>
            <a:ext cx="1337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Rejected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2F78A0A-8B76-43CF-A1C0-7B7603BEFF21}"/>
              </a:ext>
            </a:extLst>
          </p:cNvPr>
          <p:cNvCxnSpPr>
            <a:cxnSpLocks/>
          </p:cNvCxnSpPr>
          <p:nvPr/>
        </p:nvCxnSpPr>
        <p:spPr>
          <a:xfrm flipV="1">
            <a:off x="873112" y="2211538"/>
            <a:ext cx="7651910" cy="2937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030D724-5287-4E51-A935-A022DB97B570}"/>
              </a:ext>
            </a:extLst>
          </p:cNvPr>
          <p:cNvSpPr txBox="1"/>
          <p:nvPr/>
        </p:nvSpPr>
        <p:spPr>
          <a:xfrm>
            <a:off x="874067" y="1973774"/>
            <a:ext cx="9330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MRO Quote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8447C52-4980-4305-9779-69EB4E939327}"/>
              </a:ext>
            </a:extLst>
          </p:cNvPr>
          <p:cNvSpPr/>
          <p:nvPr/>
        </p:nvSpPr>
        <p:spPr>
          <a:xfrm>
            <a:off x="4152657" y="426672"/>
            <a:ext cx="1661212" cy="367368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General Manager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8B3F2D7-11A7-4C1E-B46E-825278F001FA}"/>
              </a:ext>
            </a:extLst>
          </p:cNvPr>
          <p:cNvCxnSpPr>
            <a:cxnSpLocks/>
          </p:cNvCxnSpPr>
          <p:nvPr/>
        </p:nvCxnSpPr>
        <p:spPr>
          <a:xfrm>
            <a:off x="4889588" y="794040"/>
            <a:ext cx="6020" cy="5868017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8316038-666A-4B39-B5EC-3F55036FA257}"/>
              </a:ext>
            </a:extLst>
          </p:cNvPr>
          <p:cNvSpPr/>
          <p:nvPr/>
        </p:nvSpPr>
        <p:spPr>
          <a:xfrm>
            <a:off x="6512816" y="415151"/>
            <a:ext cx="1100831" cy="37889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Finance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8B95174-A10F-4316-8385-B0099DCFFAA2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7063232" y="794041"/>
            <a:ext cx="21210" cy="586801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0CA6ABC-5BCF-4267-8FE9-C1BCC840CFC2}"/>
              </a:ext>
            </a:extLst>
          </p:cNvPr>
          <p:cNvCxnSpPr>
            <a:cxnSpLocks/>
          </p:cNvCxnSpPr>
          <p:nvPr/>
        </p:nvCxnSpPr>
        <p:spPr>
          <a:xfrm>
            <a:off x="873112" y="5149085"/>
            <a:ext cx="1772855" cy="0"/>
          </a:xfrm>
          <a:prstGeom prst="straightConnector1">
            <a:avLst/>
          </a:prstGeom>
          <a:ln w="12700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C8807FD1-B3F4-4EEC-A82F-621CA288835F}"/>
              </a:ext>
            </a:extLst>
          </p:cNvPr>
          <p:cNvSpPr txBox="1"/>
          <p:nvPr/>
        </p:nvSpPr>
        <p:spPr>
          <a:xfrm>
            <a:off x="834633" y="4908034"/>
            <a:ext cx="7048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Pending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609D46-BD83-47CA-8332-CE38B63E1544}"/>
              </a:ext>
            </a:extLst>
          </p:cNvPr>
          <p:cNvSpPr txBox="1"/>
          <p:nvPr/>
        </p:nvSpPr>
        <p:spPr>
          <a:xfrm>
            <a:off x="9327437" y="1656123"/>
            <a:ext cx="9316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PM Rejected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FD5198B-5270-4D41-89BE-08E0057A565D}"/>
              </a:ext>
            </a:extLst>
          </p:cNvPr>
          <p:cNvSpPr/>
          <p:nvPr/>
        </p:nvSpPr>
        <p:spPr>
          <a:xfrm>
            <a:off x="2573908" y="2329288"/>
            <a:ext cx="7793981" cy="723004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BE4A53A-7942-4B43-99D7-3D12464E22BB}"/>
              </a:ext>
            </a:extLst>
          </p:cNvPr>
          <p:cNvCxnSpPr>
            <a:cxnSpLocks/>
          </p:cNvCxnSpPr>
          <p:nvPr/>
        </p:nvCxnSpPr>
        <p:spPr>
          <a:xfrm>
            <a:off x="2662804" y="3778893"/>
            <a:ext cx="2169448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7FFD726-3F5D-46BC-8FF9-4ED7F3595125}"/>
              </a:ext>
            </a:extLst>
          </p:cNvPr>
          <p:cNvSpPr txBox="1"/>
          <p:nvPr/>
        </p:nvSpPr>
        <p:spPr>
          <a:xfrm>
            <a:off x="2662164" y="3504819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E9FEE121-0FC6-403B-943F-9DBF0487A1A9}"/>
              </a:ext>
            </a:extLst>
          </p:cNvPr>
          <p:cNvCxnSpPr>
            <a:cxnSpLocks/>
          </p:cNvCxnSpPr>
          <p:nvPr/>
        </p:nvCxnSpPr>
        <p:spPr>
          <a:xfrm>
            <a:off x="4925627" y="4052246"/>
            <a:ext cx="5342625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1C48FF7E-BCD4-49E2-9293-C0CE44476137}"/>
              </a:ext>
            </a:extLst>
          </p:cNvPr>
          <p:cNvCxnSpPr>
            <a:cxnSpLocks/>
          </p:cNvCxnSpPr>
          <p:nvPr/>
        </p:nvCxnSpPr>
        <p:spPr>
          <a:xfrm>
            <a:off x="4909592" y="4453462"/>
            <a:ext cx="3665237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A781D20-9AA7-43A8-B464-D4E43B34711E}"/>
              </a:ext>
            </a:extLst>
          </p:cNvPr>
          <p:cNvSpPr txBox="1"/>
          <p:nvPr/>
        </p:nvSpPr>
        <p:spPr>
          <a:xfrm>
            <a:off x="4903057" y="4207241"/>
            <a:ext cx="1401346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Approved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E6DC931-6A75-47EC-9F99-0614D6FFE9CB}"/>
              </a:ext>
            </a:extLst>
          </p:cNvPr>
          <p:cNvCxnSpPr>
            <a:cxnSpLocks/>
          </p:cNvCxnSpPr>
          <p:nvPr/>
        </p:nvCxnSpPr>
        <p:spPr>
          <a:xfrm>
            <a:off x="2740445" y="5671825"/>
            <a:ext cx="2149143" cy="7871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521A6117-6BAA-40D7-84D3-40FE3CDBF4CD}"/>
              </a:ext>
            </a:extLst>
          </p:cNvPr>
          <p:cNvSpPr txBox="1"/>
          <p:nvPr/>
        </p:nvSpPr>
        <p:spPr>
          <a:xfrm>
            <a:off x="3581333" y="5723084"/>
            <a:ext cx="1337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Rejected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E9FC5535-834E-470D-9647-649D657A18AA}"/>
              </a:ext>
            </a:extLst>
          </p:cNvPr>
          <p:cNvCxnSpPr>
            <a:cxnSpLocks/>
          </p:cNvCxnSpPr>
          <p:nvPr/>
        </p:nvCxnSpPr>
        <p:spPr>
          <a:xfrm flipH="1">
            <a:off x="815607" y="5985472"/>
            <a:ext cx="4073981" cy="5301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310C9E5-2EE0-4E9A-8DA7-3B459C8ABC59}"/>
              </a:ext>
            </a:extLst>
          </p:cNvPr>
          <p:cNvCxnSpPr>
            <a:cxnSpLocks/>
          </p:cNvCxnSpPr>
          <p:nvPr/>
        </p:nvCxnSpPr>
        <p:spPr>
          <a:xfrm flipH="1">
            <a:off x="834633" y="1794968"/>
            <a:ext cx="1739276" cy="0"/>
          </a:xfrm>
          <a:prstGeom prst="straightConnector1">
            <a:avLst/>
          </a:prstGeom>
          <a:ln w="1270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03AB438A-EF0B-456B-A44F-187E79282558}"/>
              </a:ext>
            </a:extLst>
          </p:cNvPr>
          <p:cNvSpPr txBox="1"/>
          <p:nvPr/>
        </p:nvSpPr>
        <p:spPr>
          <a:xfrm>
            <a:off x="1689255" y="1535575"/>
            <a:ext cx="9460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Rejected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6FD24640-E5B3-41CC-9E25-ED655B35CB51}"/>
              </a:ext>
            </a:extLst>
          </p:cNvPr>
          <p:cNvCxnSpPr>
            <a:cxnSpLocks/>
          </p:cNvCxnSpPr>
          <p:nvPr/>
        </p:nvCxnSpPr>
        <p:spPr>
          <a:xfrm>
            <a:off x="2740445" y="6261442"/>
            <a:ext cx="4313465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D0AECDE2-255D-46C1-A3D9-7CE5ED72BE8F}"/>
              </a:ext>
            </a:extLst>
          </p:cNvPr>
          <p:cNvSpPr txBox="1"/>
          <p:nvPr/>
        </p:nvSpPr>
        <p:spPr>
          <a:xfrm>
            <a:off x="2711192" y="6018711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AB33A221-8F09-4BCA-B130-C5D49E60ED93}"/>
              </a:ext>
            </a:extLst>
          </p:cNvPr>
          <p:cNvCxnSpPr>
            <a:cxnSpLocks/>
          </p:cNvCxnSpPr>
          <p:nvPr/>
        </p:nvCxnSpPr>
        <p:spPr>
          <a:xfrm>
            <a:off x="5029200" y="5679696"/>
            <a:ext cx="1997277" cy="0"/>
          </a:xfrm>
          <a:prstGeom prst="straightConnector1">
            <a:avLst/>
          </a:prstGeom>
          <a:ln w="12700">
            <a:solidFill>
              <a:srgbClr val="00B05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7612E9B3-67B2-47EA-B298-C5C5B16345B2}"/>
              </a:ext>
            </a:extLst>
          </p:cNvPr>
          <p:cNvSpPr txBox="1"/>
          <p:nvPr/>
        </p:nvSpPr>
        <p:spPr>
          <a:xfrm>
            <a:off x="4959999" y="5385290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GM Quote Approved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DED1108-7592-4F4D-8D14-83A65F8F0A24}"/>
              </a:ext>
            </a:extLst>
          </p:cNvPr>
          <p:cNvSpPr txBox="1"/>
          <p:nvPr/>
        </p:nvSpPr>
        <p:spPr>
          <a:xfrm>
            <a:off x="2786661" y="5425604"/>
            <a:ext cx="1346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DM Quote Approved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8372E074-AF64-4868-825E-A995F09D1822}"/>
              </a:ext>
            </a:extLst>
          </p:cNvPr>
          <p:cNvCxnSpPr>
            <a:cxnSpLocks/>
          </p:cNvCxnSpPr>
          <p:nvPr/>
        </p:nvCxnSpPr>
        <p:spPr>
          <a:xfrm flipH="1" flipV="1">
            <a:off x="833012" y="4839520"/>
            <a:ext cx="7761468" cy="4034"/>
          </a:xfrm>
          <a:prstGeom prst="straightConnector1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31BA56F-2A25-4190-B980-70FB8C851D5A}"/>
              </a:ext>
            </a:extLst>
          </p:cNvPr>
          <p:cNvSpPr txBox="1"/>
          <p:nvPr/>
        </p:nvSpPr>
        <p:spPr>
          <a:xfrm>
            <a:off x="7378390" y="4597333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Finalized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5101B92A-70BB-4246-B6A6-8B627A9FC132}"/>
              </a:ext>
            </a:extLst>
          </p:cNvPr>
          <p:cNvCxnSpPr>
            <a:cxnSpLocks/>
          </p:cNvCxnSpPr>
          <p:nvPr/>
        </p:nvCxnSpPr>
        <p:spPr>
          <a:xfrm flipH="1">
            <a:off x="873112" y="6579953"/>
            <a:ext cx="6153365" cy="0"/>
          </a:xfrm>
          <a:prstGeom prst="straightConnector1">
            <a:avLst/>
          </a:prstGeom>
          <a:ln w="127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8A750519-D869-47CA-9E31-9A1045298343}"/>
              </a:ext>
            </a:extLst>
          </p:cNvPr>
          <p:cNvSpPr txBox="1"/>
          <p:nvPr/>
        </p:nvSpPr>
        <p:spPr>
          <a:xfrm>
            <a:off x="5572933" y="6318064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Finalized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3E81037-658A-425F-9056-487A02698330}"/>
              </a:ext>
            </a:extLst>
          </p:cNvPr>
          <p:cNvSpPr/>
          <p:nvPr/>
        </p:nvSpPr>
        <p:spPr>
          <a:xfrm>
            <a:off x="632167" y="4936321"/>
            <a:ext cx="2167017" cy="629645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Left Brace 56">
            <a:extLst>
              <a:ext uri="{FF2B5EF4-FFF2-40B4-BE49-F238E27FC236}">
                <a16:creationId xmlns:a16="http://schemas.microsoft.com/office/drawing/2014/main" id="{1F8D67E7-4C46-4210-BA8D-53D232CAD9F0}"/>
              </a:ext>
            </a:extLst>
          </p:cNvPr>
          <p:cNvSpPr/>
          <p:nvPr/>
        </p:nvSpPr>
        <p:spPr>
          <a:xfrm>
            <a:off x="252427" y="4817083"/>
            <a:ext cx="235238" cy="174720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Left Brace 57">
            <a:extLst>
              <a:ext uri="{FF2B5EF4-FFF2-40B4-BE49-F238E27FC236}">
                <a16:creationId xmlns:a16="http://schemas.microsoft.com/office/drawing/2014/main" id="{97E8F18C-3B76-4A62-8303-091EDEAACFB1}"/>
              </a:ext>
            </a:extLst>
          </p:cNvPr>
          <p:cNvSpPr/>
          <p:nvPr/>
        </p:nvSpPr>
        <p:spPr>
          <a:xfrm>
            <a:off x="241599" y="1265013"/>
            <a:ext cx="235238" cy="3332320"/>
          </a:xfrm>
          <a:prstGeom prst="leftBrace">
            <a:avLst>
              <a:gd name="adj1" fmla="val 30705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0485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View</Template>
  <TotalTime>972</TotalTime>
  <Words>87</Words>
  <Application>Microsoft Office PowerPoint</Application>
  <PresentationFormat>Widescreen</PresentationFormat>
  <Paragraphs>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Abadi MT Condensed Light</vt:lpstr>
      <vt:lpstr>Arial</vt:lpstr>
      <vt:lpstr>Bangla Sangam MN</vt:lpstr>
      <vt:lpstr>Century Schoolbook</vt:lpstr>
      <vt:lpstr>Wingdings 2</vt:lpstr>
      <vt:lpstr>View</vt:lpstr>
      <vt:lpstr> PR  SYSTEM  </vt:lpstr>
      <vt:lpstr>Introduction</vt:lpstr>
      <vt:lpstr>PowerPoint Presentation</vt:lpstr>
      <vt:lpstr>Roles</vt:lpstr>
      <vt:lpstr>Status</vt:lpstr>
      <vt:lpstr>Status</vt:lpstr>
      <vt:lpstr>WORKFLOW</vt:lpstr>
      <vt:lpstr>Flow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 SYSTEM</dc:title>
  <dc:creator>Erick Pardavell</dc:creator>
  <cp:lastModifiedBy>Erick Pardavell</cp:lastModifiedBy>
  <cp:revision>26</cp:revision>
  <dcterms:created xsi:type="dcterms:W3CDTF">2018-04-10T05:49:31Z</dcterms:created>
  <dcterms:modified xsi:type="dcterms:W3CDTF">2018-04-17T22:47:52Z</dcterms:modified>
</cp:coreProperties>
</file>